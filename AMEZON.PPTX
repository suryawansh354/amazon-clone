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7AEE-6750-4115-9A76-30F5CFDCD86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7C3AE-4739-4EFB-9441-228A32D160E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7AEE-6750-4115-9A76-30F5CFDCD86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7C3AE-4739-4EFB-9441-228A32D160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7AEE-6750-4115-9A76-30F5CFDCD86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7C3AE-4739-4EFB-9441-228A32D160E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7AEE-6750-4115-9A76-30F5CFDCD86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7C3AE-4739-4EFB-9441-228A32D160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7AEE-6750-4115-9A76-30F5CFDCD86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7C3AE-4739-4EFB-9441-228A32D160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7AEE-6750-4115-9A76-30F5CFDCD86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7C3AE-4739-4EFB-9441-228A32D160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7AEE-6750-4115-9A76-30F5CFDCD86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7C3AE-4739-4EFB-9441-228A32D160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7AEE-6750-4115-9A76-30F5CFDCD86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7C3AE-4739-4EFB-9441-228A32D160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7AEE-6750-4115-9A76-30F5CFDCD86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0B7C3AE-4739-4EFB-9441-228A32D160E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7AEE-6750-4115-9A76-30F5CFDCD86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7C3AE-4739-4EFB-9441-228A32D160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7AEE-6750-4115-9A76-30F5CFDCD86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7C3AE-4739-4EFB-9441-228A32D160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6457AEE-6750-4115-9A76-30F5CFDCD86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0B7C3AE-4739-4EFB-9441-228A32D160EA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ez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lgerian" pitchFamily="82" charset="0"/>
              </a:rPr>
              <a:t>Introduction to </a:t>
            </a:r>
            <a:r>
              <a:rPr lang="en-US" dirty="0" err="1" smtClean="0">
                <a:latin typeface="Algerian" pitchFamily="82" charset="0"/>
              </a:rPr>
              <a:t>amAzon</a:t>
            </a:r>
            <a:endParaRPr lang="en-US" dirty="0">
              <a:latin typeface="Algerian" pitchFamily="8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71670" y="2000240"/>
            <a:ext cx="4572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Amazon having been establish 1994 has a book store gradually has risen to the top rank as the  most used online e-commerce business in the US.</a:t>
            </a:r>
          </a:p>
          <a:p>
            <a:pPr>
              <a:buFont typeface="Wingdings" pitchFamily="2" charset="2"/>
              <a:buChar char="v"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Amazon was founded by washington.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lgerian" pitchFamily="82" charset="0"/>
              </a:rPr>
              <a:t>Advantages and disadvantages</a:t>
            </a:r>
            <a:endParaRPr lang="en-US" dirty="0">
              <a:latin typeface="Algerian" pitchFamily="82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ADVANTAGES</a:t>
            </a:r>
            <a:endParaRPr lang="en-US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b="1" dirty="0" smtClean="0"/>
              <a:t>DISADVATAGES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dirty="0" smtClean="0"/>
              <a:t>Easy to use </a:t>
            </a:r>
          </a:p>
          <a:p>
            <a:r>
              <a:rPr lang="en-US" dirty="0" smtClean="0"/>
              <a:t>No capacity limits</a:t>
            </a:r>
          </a:p>
          <a:p>
            <a:r>
              <a:rPr lang="en-US" dirty="0" smtClean="0"/>
              <a:t>Provides speed &amp; agility</a:t>
            </a:r>
          </a:p>
          <a:p>
            <a:r>
              <a:rPr lang="en-US" dirty="0" smtClean="0"/>
              <a:t>Secure and reliable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Limitations of amezon EC2</a:t>
            </a:r>
          </a:p>
          <a:p>
            <a:r>
              <a:rPr lang="en-US" dirty="0" smtClean="0"/>
              <a:t>Security limitations</a:t>
            </a:r>
          </a:p>
          <a:p>
            <a:r>
              <a:rPr lang="en-US" dirty="0" smtClean="0"/>
              <a:t>Technical supports fee</a:t>
            </a:r>
          </a:p>
          <a:p>
            <a:r>
              <a:rPr lang="en-US" dirty="0" smtClean="0"/>
              <a:t>General cloud computing issues</a:t>
            </a:r>
          </a:p>
          <a:p>
            <a:endParaRPr lang="en-US" dirty="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857232"/>
            <a:ext cx="8229600" cy="1511288"/>
          </a:xfrm>
        </p:spPr>
        <p:txBody>
          <a:bodyPr>
            <a:normAutofit/>
          </a:bodyPr>
          <a:lstStyle/>
          <a:p>
            <a:r>
              <a:rPr lang="en-US" sz="6000" dirty="0" smtClean="0">
                <a:latin typeface="Algerian" pitchFamily="82" charset="0"/>
              </a:rPr>
              <a:t>conclusion</a:t>
            </a:r>
            <a:endParaRPr lang="en-US" sz="6000" dirty="0">
              <a:latin typeface="Algerian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28860" y="3071810"/>
            <a:ext cx="457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 </a:t>
            </a:r>
            <a:r>
              <a:rPr lang="en-US" sz="2400" dirty="0"/>
              <a:t>Amazon's marketing strategy is a masterclass in customer-centricity, data-driven insights, and continuous innovation</a:t>
            </a: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928934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8000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THANK YOU</a:t>
            </a:r>
            <a:endParaRPr lang="en-US" sz="8000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45</TotalTime>
  <Words>70</Words>
  <Application>Microsoft Office PowerPoint</Application>
  <PresentationFormat>On-screen Show (4:3)</PresentationFormat>
  <Paragraphs>18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Flow</vt:lpstr>
      <vt:lpstr>Slide 1</vt:lpstr>
      <vt:lpstr>Introduction to amAzon</vt:lpstr>
      <vt:lpstr>Advantages and disadvantages</vt:lpstr>
      <vt:lpstr>conclusion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KLE</dc:creator>
  <cp:lastModifiedBy>KLE</cp:lastModifiedBy>
  <cp:revision>6</cp:revision>
  <dcterms:created xsi:type="dcterms:W3CDTF">2025-02-11T18:50:23Z</dcterms:created>
  <dcterms:modified xsi:type="dcterms:W3CDTF">2025-02-11T19:35:34Z</dcterms:modified>
</cp:coreProperties>
</file>